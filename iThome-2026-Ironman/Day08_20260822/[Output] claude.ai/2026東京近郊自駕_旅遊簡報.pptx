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八天七夜東京近郊自駕行程簡報。資料整理自簡易旅遊手冊與行程時間規劃表。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天　04/18（六）：抵達 ・ 牛久大佛 ・ 日立海岸夕陽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天　04/19（日）：日立日出 ・ 龍神大吊橋 ・ 袋田瀑布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天　04/20（一）：常陸海濱公園粉蝶花 ・ 偕樂園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天　04/21（二）：神磯日出 ・ 笠間 ・ 市貝芝櫻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天　04/22（三）：奧日光 ・ 華嚴瀑布 ・ 中禪寺湖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天　04/23（四）：日光二社一寺 ・ 足利紫藤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天　04/24（五）：佐野厄除大師 ・ 館林杜鵑 ・ 還車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天　04/25（六）：成田山新勝寺 ・ 表參道鰻魚飯 ・ 返台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結尾：出發前的四項確認事項。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0"/>
            <a:ext cx="54406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春　關東賞花自駕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86384" y="182880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東京近郊自駕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22960" y="29260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茨城 ・ 栃木 ・ 千葉　８天７夜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3657600"/>
            <a:ext cx="4114800" cy="658368"/>
          </a:xfrm>
          <a:prstGeom prst="roundRect">
            <a:avLst>
              <a:gd name="adj" fmla="val 50000"/>
            </a:avLst>
          </a:prstGeom>
          <a:solidFill>
            <a:srgbClr val="E08CA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6576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2026.04.18 (六) — 04.25 (六)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4B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封面：國營常陸海濱公園　粉蝶花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旅程速覽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645920" y="20482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天 7 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04/18 出發，04/25 返台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1568" y="1600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0168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498848" y="20482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縣 走訪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0168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茨城 ・ 栃木 ・ 千葉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600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83096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351776" y="20482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種 花期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83096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粉蝶花・鬱金香・櫻・杜鵑・紫藤・芝櫻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07424" y="160020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36024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0204704" y="204825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 住宿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36024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 筆訂房，含 3 晚溫泉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7FA98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座瀑布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袋田瀑布 ・ 華嚴瀑布 ・ 龍頭瀑布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15968" y="3886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0288" y="4160520"/>
            <a:ext cx="548640" cy="548640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27" name="Text 25"/>
          <p:cNvSpPr/>
          <p:nvPr/>
        </p:nvSpPr>
        <p:spPr>
          <a:xfrm>
            <a:off x="459028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76088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場日出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276088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日立車站 (04:59) ・ 神磯鳥居 (04:57)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83296" y="3886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4160520"/>
            <a:ext cx="548640" cy="54864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043416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 SIENTA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043416" y="4480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成田空港店取車 → 成田駅前店還車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住宿費用合計 NT$ 36,819（6 筆訂房總額，非每人）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ITINERARY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八天行程總覽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01368"/>
            <a:ext cx="566928" cy="566928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04/18 (六)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抵達 ・ 牛久大佛 ・ 日立海岸夕陽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8096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宿　茨城 日立市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1568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1801368"/>
            <a:ext cx="566928" cy="566928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5968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04/19 (日)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21024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日立日出 ・ 龍神大吊橋 ・ 袋田瀑布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21024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宿　茨城 大洗町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54496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1801368"/>
            <a:ext cx="566928" cy="566928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68896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04/20 (一)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常陸海濱公園粉蝶花 ・ 偕樂園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73952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宿　茨城 大洗町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07424" y="160020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08592" y="1801368"/>
            <a:ext cx="566928" cy="566928"/>
          </a:xfrm>
          <a:prstGeom prst="ellipse">
            <a:avLst/>
          </a:prstGeom>
          <a:solidFill>
            <a:srgbClr val="8A79B8"/>
          </a:solidFill>
          <a:ln/>
        </p:spPr>
      </p:sp>
      <p:sp>
        <p:nvSpPr>
          <p:cNvPr id="24" name="Text 22"/>
          <p:cNvSpPr/>
          <p:nvPr/>
        </p:nvSpPr>
        <p:spPr>
          <a:xfrm>
            <a:off x="9308592" y="1801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21824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04/21 (二)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2688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神磯日出 ・ 笠間 ・ 市貝芝櫻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26880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宿　栃木 日光市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813048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014216"/>
            <a:ext cx="566928" cy="566928"/>
          </a:xfrm>
          <a:prstGeom prst="ellipse">
            <a:avLst/>
          </a:prstGeom>
          <a:solidFill>
            <a:srgbClr val="7FA98B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63040" y="40873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04/22 (三)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8096" y="47274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奧日光 ・ 華嚴瀑布 ・ 中禪寺湖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8096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宿　栃木 奧日光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01568" y="3813048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02736" y="4014216"/>
            <a:ext cx="566928" cy="566928"/>
          </a:xfrm>
          <a:prstGeom prst="ellipse">
            <a:avLst/>
          </a:prstGeom>
          <a:solidFill>
            <a:srgbClr val="8A79B8"/>
          </a:solidFill>
          <a:ln/>
        </p:spPr>
      </p:sp>
      <p:sp>
        <p:nvSpPr>
          <p:cNvPr id="36" name="Text 34"/>
          <p:cNvSpPr/>
          <p:nvPr/>
        </p:nvSpPr>
        <p:spPr>
          <a:xfrm>
            <a:off x="3602736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15968" y="40873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04/23 (四)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21024" y="47274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日光二社一寺 ・ 足利紫藤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621024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宿　栃木 足利市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54496" y="3813048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55664" y="4014216"/>
            <a:ext cx="566928" cy="566928"/>
          </a:xfrm>
          <a:prstGeom prst="ellipse">
            <a:avLst/>
          </a:prstGeom>
          <a:solidFill>
            <a:srgbClr val="7FA98B"/>
          </a:solidFill>
          <a:ln/>
        </p:spPr>
      </p:sp>
      <p:sp>
        <p:nvSpPr>
          <p:cNvPr id="42" name="Text 40"/>
          <p:cNvSpPr/>
          <p:nvPr/>
        </p:nvSpPr>
        <p:spPr>
          <a:xfrm>
            <a:off x="6455664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68896" y="40873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04/24 (五)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73952" y="47274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佐野厄除大師 ・ 館林杜鵑 ・ 還車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73952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宿　千葉 成田市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107424" y="3813048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308592" y="4014216"/>
            <a:ext cx="566928" cy="566928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48" name="Text 46"/>
          <p:cNvSpPr/>
          <p:nvPr/>
        </p:nvSpPr>
        <p:spPr>
          <a:xfrm>
            <a:off x="9308592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021824" y="40873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04/25 (六)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326880" y="472744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成田山新勝寺 ・ 表參道鰻魚飯 ・ 返台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32688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宿　千葉 成田市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1328" y="402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04/18 (六)　抵達 ・ 牛久大佛 ・ 日立海岸夕陽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當日時間軸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2185416"/>
            <a:ext cx="0" cy="3401568"/>
          </a:xfrm>
          <a:prstGeom prst="line">
            <a:avLst/>
          </a:prstGeom>
          <a:noFill/>
          <a:ln w="22225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574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06:30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31036" y="2125980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桃園機場 T1 報到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或 6 號櫃台，需現場劃機位（選 A 側）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31036" y="2692908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JX800　A350-1000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飛行 3 小時 25 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12:55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31036" y="3259836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172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成田機場 T2 入境 ・ 取車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櫃台辦理後至 25 號站牌搭接駁車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581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15:45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31036" y="3826764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739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牛久大佛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僅停車拍照，不入內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16:20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31036" y="4393692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06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霞浦綜合公園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306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風車與鬱金香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8920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18:00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31036" y="4960620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Sea Birds Café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873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海景與夕陽，日落 18:14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458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20:30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31036" y="5527548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440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平和通り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26280" y="5440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賞夜櫻（可能已落）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26680" y="1481328"/>
            <a:ext cx="3886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19933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1993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2162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飛機餐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39572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2395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21624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成田機場隨意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2798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2798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1624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中華拉麵　麺屋 金花土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35204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01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01000" y="3968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Hotel Hitachi Hills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茨城縣日立市　雙人1+雙床1　含早餐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507492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6E8"/>
          </a:solidFill>
          <a:ln w="9525">
            <a:solidFill>
              <a:srgbClr val="F0DCBF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0100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7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1000" y="5449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4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拉麵店僅收現金，約 1,000–2,000 円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1328" y="402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04/19 (日)　日立日出 ・ 龍神大吊橋 ・ 袋田瀑布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當日時間軸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2185416"/>
            <a:ext cx="0" cy="3401568"/>
          </a:xfrm>
          <a:prstGeom prst="line">
            <a:avLst/>
          </a:prstGeom>
          <a:noFill/>
          <a:ln w="22225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574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04:45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31036" y="2125980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日立車站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整面玻璃看日出，04:59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07:10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31036" y="2692908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日立神峰公園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葉櫻與頂層展望台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08:20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31036" y="3259836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172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御岩神社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御神木三本杉 ・ 188 尊神（不上山）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581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09:50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31036" y="3826764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739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龍神大吊橋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通行券 320 円，鯉魚旗祭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12:00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31036" y="4393692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06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袋田瀑布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306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門票 300 円，17:00 關閉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8920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15:00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31036" y="4960620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静峰故鄉公園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873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櫻花祭，花況好有夜間點燈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458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19:20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31036" y="5527548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440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とびた荘 Check-In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26280" y="5440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21:00 前須入住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26680" y="1481328"/>
            <a:ext cx="3886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19933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1993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2162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飯店自助餐 06:00–08:45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39572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2395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21624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蕎麥麵　Takimoto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2798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2798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1624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鰻魚飯／炸豬排　Matsunobu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35204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01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01000" y="3968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とびた荘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茨城縣大洗町　家庭房　私人廁所 ・ 共用澡堂 ・ 溫泉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507492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6E8"/>
          </a:solidFill>
          <a:ln w="9525">
            <a:solidFill>
              <a:srgbClr val="F0DCBF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0100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7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1000" y="5449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4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袋田瀑布停車後需步行 15 分鐘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8FB8D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1328" y="402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04/20 (一)　常陸海濱公園粉蝶花 ・ 偕樂園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當日時間軸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2185416"/>
            <a:ext cx="0" cy="3401568"/>
          </a:xfrm>
          <a:prstGeom prst="line">
            <a:avLst/>
          </a:prstGeom>
          <a:noFill/>
          <a:ln w="22225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574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31036" y="2125980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便利商店 7-11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順道多買，午餐先預備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09:00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31036" y="2692908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國營常陸海濱公園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提前到，開園 09:30（可能更早）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09:30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31036" y="3259836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172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見晴之丘　粉蝶花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本趟主景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581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10:30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31036" y="3826764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739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蛋之森林　鬱金香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接大草坪 ・ 沙丘與海濱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14:55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31036" y="4393692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06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偕樂園 好文亭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306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3F 拍照，17:00 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8920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16:50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31036" y="4960620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千波湖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873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湖畔櫻花，遠看水戶藝術館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458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18:30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31036" y="5527548"/>
            <a:ext cx="118872" cy="118872"/>
          </a:xfrm>
          <a:prstGeom prst="ellipse">
            <a:avLst/>
          </a:prstGeom>
          <a:solidFill>
            <a:srgbClr val="8FB8D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440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山翠　鮟鱇魚火鍋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26280" y="5440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已事前預約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26680" y="1481328"/>
            <a:ext cx="3886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19933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1993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2162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便利商店 7-11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39572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2395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21624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園內咖啡廳 ・ 小店熱食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2798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2798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1624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鮟鱇魚火鍋　山翠（已訂位）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35204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01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01000" y="3968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とびた荘（連住第二晚）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茨城縣大洗町　同房型 ・ 溫泉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507492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6E8"/>
          </a:solidFill>
          <a:ln w="9525">
            <a:solidFill>
              <a:srgbClr val="F0DCBF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0100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7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1000" y="5449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4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海濱公園入園 450 + 附加 350 円，停車 600 円/天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8A79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1328" y="402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04/21 (二)　神磯日出 ・ 笠間 ・ 市貝芝櫻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當日時間軸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2185416"/>
            <a:ext cx="0" cy="3401568"/>
          </a:xfrm>
          <a:prstGeom prst="line">
            <a:avLst/>
          </a:prstGeom>
          <a:noFill/>
          <a:ln w="22225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574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04:45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31036" y="2125980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神磯の舞台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海上鳥居日出，04:57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08:25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31036" y="2692908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大洗海鮮市場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海鮮蓋飯亭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10:00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31036" y="3259836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172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笠間稻荷神社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精細木雕（麒麟、龍）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581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10:30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31036" y="3826764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739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八重の藤 ・ 大藤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紫藤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12:05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31036" y="4393692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06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笠間杜鵑花公園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306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整片山丘，入場 500 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8920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14:40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31036" y="4960620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市貝町芝櫻公園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873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入場 500 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458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16:45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31036" y="5527548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440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神橋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26280" y="5440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日光地標，拍照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26680" y="1481328"/>
            <a:ext cx="3886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19933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1993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2162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海鮮蓋飯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39572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2395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21624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豆皮壽司　二木胡桃米稻荷壽司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2798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2798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1624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日式定食　日光けんちん汁 古はし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35204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01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01000" y="3968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Dragon Inn Nikko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栃木縣日光市　公寓（3 雙床房）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507492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6E8"/>
          </a:solidFill>
          <a:ln w="9525">
            <a:solidFill>
              <a:srgbClr val="F0DCBF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0100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7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1000" y="5449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4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下午茶：胡桃饅頭 ・ 和菓子 ・ 豆腐霜淇淋 ・ 栗子蒙布朗；日光市區晚上完全沒東西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7FA9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1328" y="402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04/22 (三)　奧日光 ・ 華嚴瀑布 ・ 中禪寺湖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當日時間軸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2185416"/>
            <a:ext cx="0" cy="3401568"/>
          </a:xfrm>
          <a:prstGeom prst="line">
            <a:avLst/>
          </a:prstGeom>
          <a:noFill/>
          <a:ln w="22225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574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08:55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31036" y="2125980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黒髪平展望台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山景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09:15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31036" y="2692908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明智平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男體山與中禪寺湖（纜車整修中）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09:30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31036" y="3259836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172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華嚴瀑布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下展望台電梯 600 円 ＋ 無料展望台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581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12:20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31036" y="3826764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739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中禅寺湖遊覧船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立木観音 → 大使館，1,600 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13:40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31036" y="4393692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06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日光山 中禅寺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306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立木観音，拜觀券 500 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8920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15:15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31036" y="4960620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半月山展望台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873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海拔 1,500 公尺，上下山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458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18:55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31036" y="5527548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440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戦場ヶ原展望台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26280" y="5440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滿天星星（有熊害則改飯店附近）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26680" y="1481328"/>
            <a:ext cx="3886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19933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1993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2162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豆乳甜甜圈（前日買）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39572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2395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21624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炸豬排　淺井精肉店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2798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2798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1624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日式定食　Pension Friendly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35204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01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01000" y="3968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旅籠 Nagomi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栃木縣奧日光　溫泉 ・ 可洗脫烘衣服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507492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6E8"/>
          </a:solidFill>
          <a:ln w="9525">
            <a:solidFill>
              <a:srgbClr val="F0DCBF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0100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7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1000" y="5449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4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今晚洗衣；奧日光沒有便利商店，船班每小時一班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8A79B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1328" y="402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04/23 (四)　日光二社一寺 ・ 足利紫藤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當日時間軸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2185416"/>
            <a:ext cx="0" cy="3401568"/>
          </a:xfrm>
          <a:prstGeom prst="line">
            <a:avLst/>
          </a:prstGeom>
          <a:noFill/>
          <a:ln w="22225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574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31036" y="2125980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日光山輪王寺 大猷院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二天門 ・ 皇嘉門 ・ 拜殿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31036" y="2692908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日光二荒山神社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結緣 ・ 御神木（免入神苑）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09:00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31036" y="3259836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172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日光東照宮 ・ 奧宮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拜觀券 1,600 円，陽明門 ・ 眠貓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581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10:40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31036" y="3826764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739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大護摩堂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護摩祈願 11:00 場次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11:50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31036" y="4393692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06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日光街道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306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麵包 ・ 炸饅頭 ・ 布丁 ・ 糰子 ・ 羊羹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8920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15:30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31036" y="4960620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足利花卉公園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873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紫藤，17:30 點燈，1,200–2,300 円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458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19:30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31036" y="5527548"/>
            <a:ext cx="118872" cy="118872"/>
          </a:xfrm>
          <a:prstGeom prst="ellipse">
            <a:avLst/>
          </a:prstGeom>
          <a:solidFill>
            <a:srgbClr val="8A79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440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織姫公園展望台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26280" y="5440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夜景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26680" y="1481328"/>
            <a:ext cx="3886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19933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1993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2162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飯店早餐／超市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39572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2395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21624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拉麵　やまとなでしこ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2798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2798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1624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青竹手打ラーメン 義信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35204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01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01000" y="3968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HOTEL R9 The Yard 足利福富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栃木縣足利市　雙床 ×2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507492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6E8"/>
          </a:solidFill>
          <a:ln w="9525">
            <a:solidFill>
              <a:srgbClr val="F0DCBF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0100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7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1000" y="5449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4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輪王寺套票（三佛堂＆大猷院）900 円；二荒山神社停車 700 円/次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7FA9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1328" y="402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04/24 (五)　佐野厄除大師 ・ 館林杜鵑 ・ 還車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當日時間軸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2185416"/>
            <a:ext cx="0" cy="3401568"/>
          </a:xfrm>
          <a:prstGeom prst="line">
            <a:avLst/>
          </a:prstGeom>
          <a:noFill/>
          <a:ln w="22225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574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31036" y="2125980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七色の鳥居（縁結び坂）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爬上爬下拍七色坂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09:00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31036" y="2692908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佐野厄除大師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小東照宮 ・ 日本最大梵鐘 ・ 買御守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10:00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31036" y="3259836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172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館林市杜鵑花岡公園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杜鵑花隧道，310–630 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581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12:05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31036" y="3826764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739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花山うどん 本店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 公分超寬烏龍麵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13:05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31036" y="4393692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06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移動至成田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306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途中 ENEOS 成田 SS 加油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8920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15:45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31036" y="4960620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TOYOTA 成田駅前店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873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還車（走路可到飯店）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458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16:45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31036" y="5527548"/>
            <a:ext cx="118872" cy="118872"/>
          </a:xfrm>
          <a:prstGeom prst="ellipse">
            <a:avLst/>
          </a:prstGeom>
          <a:solidFill>
            <a:srgbClr val="7FA9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440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永旺夢樂城 成田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26280" y="5440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晚餐與購物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26680" y="1481328"/>
            <a:ext cx="3886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19933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1993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2162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飯店免費冷凍餐微波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39572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2395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21624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超寬烏龍麵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2798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2798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1624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Outlet 隨意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35204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01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01000" y="3968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Comfort Hotel Narita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千葉縣成田市　機場附近　雙人1+雙床1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507492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6E8"/>
          </a:solidFill>
          <a:ln w="9525">
            <a:solidFill>
              <a:srgbClr val="F0DCBF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0100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7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1000" y="5449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4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回程公車末班 21:59，建議搭 21:08 那班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77240" cy="777240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1328" y="402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04/25 (六)　成田山新勝寺 ・ 表參道鰻魚飯 ・ 返台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69494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當日時間軸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90472" y="2185416"/>
            <a:ext cx="0" cy="3401568"/>
          </a:xfrm>
          <a:prstGeom prst="line">
            <a:avLst/>
          </a:prstGeom>
          <a:noFill/>
          <a:ln w="22225">
            <a:solidFill>
              <a:srgbClr val="D8E2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574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08:30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31036" y="2125980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039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成田山表參道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203911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走路 20 分鐘或搭公車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624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08:50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31036" y="2692908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606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成田山新勝寺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26280" y="26060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御護摩火供儀式，每小時一場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3191256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09:35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431036" y="3259836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3172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川豊本店 拿整理券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26280" y="31729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10:00 開，門口有自動發券機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" y="3758184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10:10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31036" y="3826764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7398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川豊本店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26280" y="373989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鰻魚飯（只收現金）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432511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11:10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31036" y="4393692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91640" y="43068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鰻魚 駿河屋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30682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第二攤鰻魚飯（只收現金）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89204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13:59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31036" y="4960620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4873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京成本線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26280" y="4873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京成成田 → 機場第二航廈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" y="545896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16:20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31036" y="5527548"/>
            <a:ext cx="118872" cy="118872"/>
          </a:xfrm>
          <a:prstGeom prst="ellipse">
            <a:avLst/>
          </a:prstGeom>
          <a:solidFill>
            <a:srgbClr val="E08C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440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JX803　A350-900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26280" y="5440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飛行 3 小時 40 分，19:00 抵桃園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26680" y="1481328"/>
            <a:ext cx="3886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00100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01000" y="1993392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19933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21624" y="19751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鰻魚飯　川豊本店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01000" y="2395728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0" y="23957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21624" y="2377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鰻魚飯　駿河屋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2798064"/>
            <a:ext cx="329184" cy="256032"/>
          </a:xfrm>
          <a:prstGeom prst="roundRect">
            <a:avLst>
              <a:gd name="adj" fmla="val 21429"/>
            </a:avLst>
          </a:prstGeom>
          <a:solidFill>
            <a:srgbClr val="E08CA8"/>
          </a:solidFill>
          <a:ln/>
        </p:spPr>
      </p:sp>
      <p:sp>
        <p:nvSpPr>
          <p:cNvPr id="46" name="Text 44"/>
          <p:cNvSpPr/>
          <p:nvPr/>
        </p:nvSpPr>
        <p:spPr>
          <a:xfrm>
            <a:off x="8001000" y="27980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21624" y="2779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飛機餐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726680" y="352044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0010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01000" y="396849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（當日返台）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01000" y="4297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19:00 抵達桃園機場 T1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26680" y="5074920"/>
            <a:ext cx="3886200" cy="1024128"/>
          </a:xfrm>
          <a:prstGeom prst="roundRect">
            <a:avLst>
              <a:gd name="adj" fmla="val 8929"/>
            </a:avLst>
          </a:prstGeom>
          <a:solidFill>
            <a:srgbClr val="FFF6E8"/>
          </a:solidFill>
          <a:ln w="9525">
            <a:solidFill>
              <a:srgbClr val="F0DCBF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001000" y="5193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7A2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01000" y="54498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541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回程限制：肉類 ・ 乳製品 ・ 生鮮蔬果 ・ 蛋製品禁帶入境台灣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79B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ACCOMMODATION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住宿一覽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922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8A79B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0" y="17739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NT$ 4,750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Hotel Hitachi Hills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茨城 日立市　|　雙人1+雙床1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816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含早餐　|　免費取消 4/16 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0906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Alex ・ Booking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15968" y="1572768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44568" y="17922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8A79B8"/>
          </a:solidFill>
          <a:ln/>
        </p:spPr>
      </p:sp>
      <p:sp>
        <p:nvSpPr>
          <p:cNvPr id="14" name="Text 12"/>
          <p:cNvSpPr/>
          <p:nvPr/>
        </p:nvSpPr>
        <p:spPr>
          <a:xfrm>
            <a:off x="4544568" y="1792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2–3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96128" y="17739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NT$ 8,891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44568" y="21762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とびた荘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44568" y="25420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茨城 大洗町　|　家庭房（雙床1 ＋ 榻榻米2）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44568" y="2816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溫泉 ・ 共用澡堂　|　免費取消 4/16 前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44568" y="30906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Ken ・ Booking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83296" y="1572768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11896" y="179222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8A79B8"/>
          </a:solidFill>
          <a:ln/>
        </p:spPr>
      </p:sp>
      <p:sp>
        <p:nvSpPr>
          <p:cNvPr id="22" name="Text 20"/>
          <p:cNvSpPr/>
          <p:nvPr/>
        </p:nvSpPr>
        <p:spPr>
          <a:xfrm>
            <a:off x="8311896" y="17922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363456" y="17739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NT$ 4,815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11896" y="21762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Dragon Inn Nikko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11896" y="25420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栃木 日光市　|　公寓（3 雙床房）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11896" y="2816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無早餐　|　免費取消 4/15 前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11896" y="30906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Alex ・ Booking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694176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391363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8A79B8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913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28800" y="3895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NT$ 10,477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" y="4297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旅籠 Nagomi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7240" y="4663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栃木 奧日光　|　雙人1+雙床1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" y="4937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溫泉 ・ 可洗脫烘　|　免費取消 4/17 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" y="5212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Ken ・ Agoda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315968" y="3694176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44568" y="391363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8A79B8"/>
          </a:solidFill>
          <a:ln/>
        </p:spPr>
      </p:sp>
      <p:sp>
        <p:nvSpPr>
          <p:cNvPr id="38" name="Text 36"/>
          <p:cNvSpPr/>
          <p:nvPr/>
        </p:nvSpPr>
        <p:spPr>
          <a:xfrm>
            <a:off x="4544568" y="3913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6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96128" y="3895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NT$ 3,449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44568" y="4297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HOTEL R9 The Yard 足利福富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544568" y="4663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栃木 足利市　|　雙床 ×2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44568" y="4937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算是有早餐　|　免費取消 4/21 前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44568" y="5212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Ken ・ Agoda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83296" y="3694176"/>
            <a:ext cx="3520440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11896" y="391363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8A79B8"/>
          </a:solidFill>
          <a:ln/>
        </p:spPr>
      </p:sp>
      <p:sp>
        <p:nvSpPr>
          <p:cNvPr id="46" name="Text 44"/>
          <p:cNvSpPr/>
          <p:nvPr/>
        </p:nvSpPr>
        <p:spPr>
          <a:xfrm>
            <a:off x="8311896" y="3913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7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363456" y="3895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NT$ 4,437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311896" y="42976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Comfort Hotel Narita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311896" y="4663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千葉 成田市　|　雙人1+雙床1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311896" y="4937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含早餐（不吃）　|　免費取消 4/19 前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11896" y="5212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Alex ・ Booking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" y="5779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合計 NT$ 36,819　（6 筆訂房 7 晚，第 2–3 天為同一筆訂房）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CA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餐食計畫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91640" y="15361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800600" y="15361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午餐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09560" y="153619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晚餐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8366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91640" y="18836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飛機餐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00600" y="188366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成田機場隨意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09560" y="1883664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中華拉麵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36829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91640" y="23682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飯店自助餐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23682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蕎麥麵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909560" y="236829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鰻魚飯／炸豬排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85292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91640" y="28529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便利商店 7-11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28529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園內咖啡廳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909560" y="285292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鮟鱇魚火鍋（已訂）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333756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91640" y="33375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海鮮蓋飯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33375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豆皮壽司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09560" y="3337560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日式定食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803904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22192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691640" y="38221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豆乳甜甜圈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00600" y="38221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炸豬排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909560" y="3822192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日式定食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4306824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6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691640" y="43068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飯店早餐／超市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0600" y="430682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拉麵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09560" y="4306824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青竹手工揉麵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" y="4773168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791456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7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691640" y="47914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飯店冷凍微波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479145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超寬烏龍麵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909560" y="479145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Outlet 隨意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5276088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Day 8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691640" y="52760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鰻魚飯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00600" y="52760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鰻魚飯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909560" y="5276088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飛機餐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596188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下午茶　Day 4：胡桃饅頭 ・ 和菓子 ・ 豆腐霜淇淋 ・ 栗子蒙布朗　／　Day 6：麵包 ・ 炸饅頭 ・ 布丁 ・ 醬油糰子 ・ 羊羹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航班 ・ 租車 ・ 交通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65376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8FB8D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53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去程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83080" y="17739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JX800　A350-1000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21214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04/18　08:30 桃園 T1 → 12:55 成田 T2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892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飛行 3 小時 25 分 ・ 報到 06:30 起，需現場劃機位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099816"/>
            <a:ext cx="777240" cy="457200"/>
          </a:xfrm>
          <a:prstGeom prst="roundRect">
            <a:avLst>
              <a:gd name="adj" fmla="val 20000"/>
            </a:avLst>
          </a:prstGeom>
          <a:solidFill>
            <a:srgbClr val="8FB8D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99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83080" y="30083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JX803　A350-900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33558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04/25　16:20 成田 T2 → 19:00 桃園 T1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312724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飛行 3 小時 40 分 ・ 14:20 起報到與機場購物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3159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租車　TOYOTA SIENTA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成田空港店 取車 → 成田駅前店 還車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應備：護照 ・ 駕照正本 ・ 日文譯本 ・ 預約單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機場櫃台辦理後搭接駁車，約 15–20 分鐘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北口 2 穿越人行道，29 號站牌認明 TOYOTA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43159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通訊與其他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47091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Sim 卡：翔翼日行卡（KDDI 吃到飽）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eSim：KLOOK ／ KKDAY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漫遊：中華電信 20GB / 30 天 $1,288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抵日前 6 小時完成 Visit Japan Web 登錄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0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CUSTOMS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入境注意事項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入境日本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禁帶蔬果（含種子）、肉類與肉製品，包含飛機餐剩食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行動電源須標示容量，且在 100Wh 以內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不可攜帶偽造商品與盜版光碟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藥物不超過 2 個月份，附處方或中英文說明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名牌精品免稅額 20 萬日圓（約新台幣 4 萬元）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酒 3 瓶／菸 200 支／香水 2 盎司，僅能擇一免稅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自由行備妥機票 ・ 日程 ・ 訂房 ・ 交通 ・ 信用卡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572768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入境台灣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267712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應申報：酒逾 1.5 公升 ・ 菸逾 200 支 ・ 雪茄逾 25 支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禁帶：肉類製品 ・ 未核准乳製品 ・ 生鮮蔬果 ・ 高風險蛋製品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一般食品：總價值 1,000 美元以下、總重不超過 6 公斤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錠狀膠囊保健食品：每種最多 12 瓶、總計不超過 36 瓶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醫療器材以「每人每半年一次」為原則，僅供自用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無法判斷時主動至檢疫櫃檯詢問，不合格也不會受罰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9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PACKING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5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攜帶物品重點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F35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10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身上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護照 ・ 身分證 ・ 健保卡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汽車駕照 ＋ 日文譯本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手機 ・ 眼鏡 ・ 手錶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交通卡 ・ 信用卡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台幣現金 ・ 日幣現金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572768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8105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FB8D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10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隨身後背包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395728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行動電源 ・ 充電線 ・ 充電器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Sim 卡 ・ 耳機 ・ 摺疊傘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衛生紙 ・ 濕紙巾 ・ 口罩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酒精（&lt;100 ml）・ OK 蹦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常備藥 ・ 暈車藥 ・ 保健食品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耳塞 ・ 頸枕 ・ 行李秤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572768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9525">
            <a:solidFill>
              <a:srgbClr val="D8E2EE"/>
            </a:solidFill>
            <a:prstDash val="solid"/>
          </a:ln>
          <a:effectLst>
            <a:outerShdw sx="100000" sy="100000" kx="0" ky="0" algn="bl" rotWithShape="0" blurRad="101600" dist="12700" dir="5400000">
              <a:srgbClr val="9FB2C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39328" y="18105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7FA98B"/>
          </a:solidFill>
          <a:ln/>
        </p:spPr>
      </p:sp>
      <p:sp>
        <p:nvSpPr>
          <p:cNvPr id="14" name="Text 12"/>
          <p:cNvSpPr/>
          <p:nvPr/>
        </p:nvSpPr>
        <p:spPr>
          <a:xfrm>
            <a:off x="8339328" y="1810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托運行李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39328" y="2395728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衣物：內衣褲 ・ 襪子 ・ 上衣 ・ 長褲 各 5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薄外套 ・ 帽子 ・ 睡衣褲 ・ 拖鞋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盥洗：牙刷牙膏 ・ 洗面乳 ・ 刮鬍刀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洗碗精（第 5 晚洗衣用）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延長線 ・ 手錶充電器 ・ 自拍棒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B557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購物袋 ・ 登機包（回程裝伴手禮）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液體規定：隨身每容器 &lt; 100 ml、總量 &lt; 1 L 並以塑膠袋裝；托運總液體 &lt; 5 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東京近郊自駕　04/18–04/25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e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出發前最後確認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060704" y="1783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行李收好，就出發吧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097280" y="3118104"/>
            <a:ext cx="237744" cy="237744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6" name="Text 3"/>
          <p:cNvSpPr/>
          <p:nvPr/>
        </p:nvSpPr>
        <p:spPr>
          <a:xfrm>
            <a:off x="1517904" y="3063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Visit Japan Web　抵達前 6 小時完成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97280" y="3685032"/>
            <a:ext cx="237744" cy="237744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8" name="Text 5"/>
          <p:cNvSpPr/>
          <p:nvPr/>
        </p:nvSpPr>
        <p:spPr>
          <a:xfrm>
            <a:off x="1517904" y="3630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星宇航空　起飛前 48 小時網路報到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97280" y="4251960"/>
            <a:ext cx="237744" cy="237744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10" name="Text 7"/>
          <p:cNvSpPr/>
          <p:nvPr/>
        </p:nvSpPr>
        <p:spPr>
          <a:xfrm>
            <a:off x="1517904" y="41970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租車預約單　截圖或列印備用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97280" y="4818888"/>
            <a:ext cx="237744" cy="237744"/>
          </a:xfrm>
          <a:prstGeom prst="ellipse">
            <a:avLst/>
          </a:prstGeom>
          <a:solidFill>
            <a:srgbClr val="E08CA8"/>
          </a:solidFill>
          <a:ln/>
        </p:spPr>
      </p:sp>
      <p:sp>
        <p:nvSpPr>
          <p:cNvPr id="12" name="Text 9"/>
          <p:cNvSpPr/>
          <p:nvPr/>
        </p:nvSpPr>
        <p:spPr>
          <a:xfrm>
            <a:off x="1517904" y="47640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F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住宿免費取消期限　最早 4/15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8D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2026.04.18 (六) — 04.25 (六)　東京近郊自駕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東京近郊自駕</dc:title>
  <dc:subject>PptxGenJS Presentation</dc:subject>
  <dc:creator>Alex Yu</dc:creator>
  <cp:lastModifiedBy>Alex Yu</cp:lastModifiedBy>
  <cp:revision>1</cp:revision>
  <dcterms:created xsi:type="dcterms:W3CDTF">2026-08-22T10:04:05Z</dcterms:created>
  <dcterms:modified xsi:type="dcterms:W3CDTF">2026-08-22T10:04:05Z</dcterms:modified>
</cp:coreProperties>
</file>